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548640"/>
            <a:ext cx="6583680" cy="3291840"/>
          </a:xfrm>
          <a:prstGeom prst="round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4389120"/>
            <a:ext cx="5943600" cy="2926080"/>
          </a:xfrm>
          <a:prstGeom prst="roundRect">
            <a:avLst/>
          </a:prstGeom>
          <a:solidFill>
            <a:srgbClr val="111827">
              <a:alpha val="85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零损耗智能翻译器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工业级 SIP/PMP 文档翻译：格式不动、内容翻译、可持续复用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2368296" cy="310896"/>
          </a:xfrm>
          <a:prstGeom prst="round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63624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 #04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508760"/>
            <a:ext cx="1216152" cy="310896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563624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技术架构汇报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汇报对象：作品集共创团队成员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49840" y="5623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本次汇报结构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按照“业务约束 → 工程方案 → 可交付形态”的逻辑展开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109115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77440"/>
            <a:ext cx="50442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项目定位与目标（Portfolio #04）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关键约束：什么叫“零损耗”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端到端总体架构（Pipeline）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核心模块 ①：布局保真（Layout Preservation）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核心模块 ②：文本分类与防呆（Poka‑Yoke）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48" y="2377440"/>
            <a:ext cx="50442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核心模块 ③：字典引擎与持久化（Translation Memory）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核心模块 ④：LLM 引擎鲁棒性（流控/超时/复读机）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Shapes/文本框翻译与写回策略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GUI 架构 &amp; 打包交付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Demo、复盘与 Roadmap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为什么要做“零损耗”Excel 翻译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把“翻译”做成一个可交付、可复用、可持续迭代的工程系统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623560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典型输入（工业文档）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SIP / PMP / QC 工程图等复杂 Excel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合并单元格、行高列宽、换行、制表符排版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浮动文字框/流程图（Shapes）也必须翻译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术语/缩写/变量混杂（需要词典与上下文）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传统做法的失败点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193792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openpyxl 写回会丢图片/Shapes（破坏性重写）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纯机翻毁排版；LLM 直喂会 Token 爆炸/死循环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2057400"/>
            <a:ext cx="56509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我们交付的能力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26517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零排版损耗：只改“内容”，不动“格式”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防呆闭环：副本写入、回退、异常兜底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可复用术语库：越用越省 Token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可交付形态：CLI + GUI + macOS 打包路径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5074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定位：Portfolio #04（结构化数据与精细控制 / 鲁棒性挑战）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12280" y="5532120"/>
            <a:ext cx="5120640" cy="86868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6967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核心口号：化繁为简，只动数据不动格式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“零损耗”不是口号，是可验证的工程约束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关键约束（Hard Constraints）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任何一条被破坏，都等价于“不可用”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10911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5181448" cy="19659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109728" cy="196596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860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零格式损耗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4678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合并/行列宽/换行/制表符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图片/Shapes 不可丢失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拒绝破坏性全表重写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370168" y="2057400"/>
            <a:ext cx="5181448" cy="19659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0168" y="2057400"/>
            <a:ext cx="109728" cy="1965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0208" y="22860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防呆副本写入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0208" y="2743200"/>
            <a:ext cx="4678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写入前强制生成测试副本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绝对禁止修改原文件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异常也不污染源数据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181448" cy="19659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572000"/>
            <a:ext cx="109728" cy="19659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006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 LLM 调用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257800"/>
            <a:ext cx="4678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流式读超时检测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复读机熔断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429 指数退避/重试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6370168" y="4572000"/>
            <a:ext cx="5181448" cy="19659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0168" y="4572000"/>
            <a:ext cx="109728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0208" y="48006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字典可持续沉淀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90208" y="5257800"/>
            <a:ext cx="46785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归一化去重（空格/全角/大小写）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动态参数不入库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路径持久化（打包可用）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Pipeline（从输入到输出）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总体架构：一条可审计的翻译流水线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每一步都可独立定位性能与质量问题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10911535" cy="214884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选择/指定文件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89722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7738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0890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生成测试副本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(Poka‑Yoke)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67380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5396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8548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xlwings 扫描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Cells + Shapes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45038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054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206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文本分类/去重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(set 哈希)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2696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0712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3864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本地字典命中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(归一化)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00354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28369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1521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分批翻译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(流式+熔断)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78011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6027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179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原位组装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(保留排版块)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55669" y="2313432"/>
            <a:ext cx="164592" cy="347472"/>
          </a:xfrm>
          <a:prstGeom prst="chevron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83685" y="2148840"/>
            <a:ext cx="126793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56837" y="2258568"/>
            <a:ext cx="11216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 + 执行报告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(耗时/统计)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480560"/>
            <a:ext cx="5715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实现要点（可复用模块）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60120" y="4983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pipeline.run_pipeline(...)：纯业务引擎，入口参数化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text_classifier：动态参数漏斗 + 料号/数值拦截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dictionary_manager：归一化查重 + 持久化路径防呆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llm_translator：多厂商 Adapter + 流式读超时/复读机熔断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37960" y="4480560"/>
            <a:ext cx="565099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可审计输出（质量 &amp; 性能）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858000" y="498348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阶段耗时分布：读/路由/翻译/写回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规模统计：扫描单元格数、字典命中数、新收录词条数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异常兜底：批次失败 → 原文回写（不影响整体出品）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布局保真：翻译前剥离格式，翻译后原位组装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Preservation（无损排版还原）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解决“连续空格/制表符”导致的 Token 浪费与排版损坏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关键思想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用正则把单元格拆成：文本块 / 排版块（连续空格、Tab）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只把“文本块”送给分类器、字典和 LLM（防 Token 爆炸）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翻译完成后，按原顺序把排版块“原样拼回去”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结果：翻译完成但视觉布局不变（对齐仍对齐）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经验提示：带有换行符的长文本是已知高风险点（详见 error 复盘）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057400"/>
            <a:ext cx="5513832" cy="2514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221992"/>
            <a:ext cx="505663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= re.split(r'( {2,}|\t+)', original_val)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part in enumerate(parts):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i % 2 == 1:  # 排版块：原样保留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keep(part)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          # 文本块：进入翻译链路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route_and_translate(part.strip())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reassemble(parts, translated_parts)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55138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为什么它比“全局替换空格”为强？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5230368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不破坏对齐用的空格阵列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不会“看见”几十个空格，也就不会浪费 Token 或复读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 Cells 与 Shapes 两条路径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文本分类器：只翻译该翻译的内容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文本分类与防呆（Poka‑Yoke）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动态参数/料号/数值：不入字典、不浪费 LLM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分类规则（text_classifier.py）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包含中文 → TRANSLATE_CHINESE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包含英文且非料号/数值 → TRANSLATE_ENGLISH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纯数字/尺寸/日期/页码/工程料号 → KEEP_ORIGINAL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动态参数（含数字、≤/±/斜杠等）→ 不写入字典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5120" y="2057400"/>
            <a:ext cx="5513832" cy="224028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带来的工程收益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6517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显著降低 Token 成本与 API 调用量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减少噪声进入字典，保持术语库纯净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输出更稳定：避免无意义内容触发 LLM JSON 异常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6675120" y="4526280"/>
            <a:ext cx="55138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示例（会被拦截的内容）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50292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L6TCP010-DT-R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10.5±0.1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页码：1/4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L≤2.3mm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字典引擎：越用越省 Token（Translation Memory）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字典管理：归一化 + 持久化 + 防污染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目标：高命中率、可编辑、跨版本稳定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归一化查重（normalize_text）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全角→半角；移除所有空白；转小写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把“检验规范 (SIP)”与“检验规范(SIP)”统一成同一个 Key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显著提升命中率，避免字典变体爆炸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6012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追加防呆（append_to_local_dictionary）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动态参数不入库（含数字/≤/± 等）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同义变体不入库（归一化去重）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英翻中模式自动翻转写入，保证“中文=英文”规范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6012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持久化路径（打包后仍可写）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/Library/Application Support/ExcelIntelligentTranslator/local_dict_mapping.txt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字典示例（格式：中文 = 英文）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2651760"/>
            <a:ext cx="5257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816352"/>
            <a:ext cx="48006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本地术语对照字典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检验规范(SIP) = Inspection Spec (SIP)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抽样计划 = Sampling plan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允收标准 = Acceptance criteria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 = Created by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516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工具支持：cleanup_dict.py（历史存量字典全量清洗）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95160" y="52578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对存量 Key 做归一化扫描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去重同义变体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保持术语库长期可维护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引擎鲁棒性：长时任务的“不断连”能力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调用层：Adapter + 流式安全网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目标：大批量翻译时不挂死、不 silently fallback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多厂商 Adapter（moonshot / deepseek / ollama）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统一接口：generate(messages, prompt) → string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便于在不同成本/稳定性之间切换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生产基线：稳定商用 API（避免免费节点“连接死锁”）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流式安全网（关键）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Timeout：15s 无新 Token 即熔断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复读机检测：滑动窗口识别重复片段 → 自动中止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429 限流：指数退避 + 倒计时提示 + 自动重试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输出格式防线：JSON 字典映射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651760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强约束：必须返回 JSON 对象 {原文: 译文}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避免“数组等长”导致的错位与静默回退（error 复盘重点）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解析时自动补齐漏翻项：漏翻=原文兜底，但不影响同批次其他内容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995160" y="4480560"/>
            <a:ext cx="507492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645152"/>
            <a:ext cx="4617720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{"抽样计划":"Sampling plan",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"允收标准":"Acceptance criteria"}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O(N^2) 到 O(1)：把“能跑”变成“跑得快”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性能优化与可扩展性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面向上万单元格/长文档的工程化设计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关键优化点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一次性批量拉取：used_range.value → Python 内存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去重使用 set：seen_texts（O(1) 哈希查重）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避免跨进程属性访问：不再逐格调用 merge_cells 等昂贵 API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按中英文体量切块：中文按字符，英文按单词（chunking_zh/en）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输出报告：阶段耗时分布 + 规模统计（可审计）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示例：执行报告输出（pipeline.py）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95160" y="2651760"/>
            <a:ext cx="5074920" cy="3794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816352"/>
            <a:ext cx="461772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整合执行报告 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文件已保存: xxx_test_zh_to_en_bilingual.xlsx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总耗时: 3分 12秒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阶段耗时: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副本生成  1.2s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Excel读    9.8s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路由去重   21.4s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LLM翻译    149.0s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Excel写    13.6s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统计: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扫描单元格数: 12500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字典命中数  : 7340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新收录词条  : 56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不仅翻译 Cells，还要翻译流程图/文本框（Shapes）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Shapes/浮动文字框翻译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工业文档的“关键内容”往往不在单元格里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used_range.value 只能读取单元格数据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流程图/客诉闭环往往以 Shapes 文本框存在 → 漏翻风险极高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独立扫描：for shape in sheet.shapes → shape.text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Cells 走同一条“分类/去重/字典/LLM”链路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写回时类型分流：xw.Shape → shape.text；Cell → cell.value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工程注意事项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65176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Shapes 文字同样可能含排版空格 → 复用 Layout Preservation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异常捕获要宽松：shape 访问可能因对象类型不同抛异常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这是“工业场景差异化”的关键卖点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995160" y="4389120"/>
            <a:ext cx="50749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553712"/>
            <a:ext cx="461772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shape in sheet.shapes: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shape.text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# route / translate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shape.text = final_val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四种模式：单语/双语都支持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输出模式与写回策略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Pipeline 支持不同业务交付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10911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5044288" cy="187452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60320"/>
            <a:ext cx="440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zh_to_en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953512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→ 英文（覆盖原格）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3538728"/>
            <a:ext cx="4404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657600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输出：译文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07328" y="2331720"/>
            <a:ext cx="5044288" cy="187452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7368" y="2560320"/>
            <a:ext cx="440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en_to_zh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7368" y="2953512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 → 中文（覆盖原格）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27368" y="3538728"/>
            <a:ext cx="4404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0248" y="3657600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输出：译文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044288" cy="187452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74920"/>
            <a:ext cx="440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zh_to_en_bilingual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468112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+ 英文（原文\n译文）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6053328"/>
            <a:ext cx="4404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6172200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输出：原文 + 译文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07328" y="4846320"/>
            <a:ext cx="5044288" cy="187452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368" y="5074920"/>
            <a:ext cx="440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en_to_zh_bilingual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27368" y="5468112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+ 英文（译文\n原文）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27368" y="6053328"/>
            <a:ext cx="4404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0248" y="6172200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输出：原文 + 译文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注：写回时强制开启 Wrap Text，保证双语换行可见。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架构：把“脚本”变成“产品”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设计：表现层与业务层完全解耦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目标：不卡死、可排障、符合 macOS 观感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分层结构（project_context/08）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app.py：入口与资源寻址（打包友好）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src/gui/main_window.py：UI + 线程调度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src/core/pipeline.py：纯业务引擎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stdout 重定向 → queue → UI after 轮询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防假死机制（关键）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93776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run_pipeline 放入 daemon 线程执行，主线程保持 mainloop 顺滑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仅在滚动条触底时自动跟随日志，避免“拉扯假死”</a:t>
            </a:r>
            <a:endParaRPr lang="en-US" sz="14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Cmd +/- 全局缩放：字体驱动 + Canvas 重绘联动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视觉与交付感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65176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HIG 浅色主题：#F5F5F7 / #FFFFFF / #007AFF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圆角卡片：Canvas 绘制模拟 border-radius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侧边栏布局替代 Notebook：更接近原生应用结构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995160" y="452628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从团队协作角度的意义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269480" y="5029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可让非工程同学参与试用与反馈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日志与统计对齐：排障可复现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为后续打包/商业化交付铺路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打包与分发：从 Python 到 macOS 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Packaging：PyInstaller + 签名排坑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目标：可复制的构建脚本，减少“别人机器跑不起来”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构建脚本（build_mac.sh）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2651760"/>
            <a:ext cx="5394960" cy="1965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816352"/>
            <a:ext cx="493776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build/ dist/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ExcelIntelligentTranslator.spec --clean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xattr -cr dist/ExcelIntelligentTranslator.app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codesign --force --deep --sign - dist/ExcelIntelligentTranslator.app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已沉淀的关键坑（error/）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960120" y="50749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未安装 → build 脚本预检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codesign: Finder detritus not allowed → xattr -cr 清理扩展属性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打包后字典路径不可写 → 强制持久化到用户目录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权限与平台差异（macOS）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265176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xlwings 在 Mac 依赖 AppleScript → 需要自动化权限授权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打包时需在 .spec/Info.plist 声明 Apple Events 使用说明（规划项）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正式公证（Notarization）需等待作品集 #01~#06 全部 Demo 验证后统一推进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6995160" y="4663440"/>
            <a:ext cx="50749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交付建议（当前阶段）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7269480" y="5166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 .zip + xattr -cr 的“极客分发”</a:t>
            </a:r>
            <a:endParaRPr lang="en-US" sz="13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待所有 Demo 统一通过后，再集中做 Developer ID / 公证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把坑变成规则：可复用的工程经验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典型踩坑与解决方案（来自 error/ 沉淀）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目的：让后续迭代不再重复试错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109115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10271455" cy="71323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4144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问题：LLM 返回 JSON 数组长度不一致 → 静默回退“中翻中”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188720" y="271576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方案：改为 JSON 字典 {原文:译文}；漏翻项仅对缺失项兜底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154680"/>
            <a:ext cx="1027145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6440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问题：带换行的大段落作为 JSON Key → 被模型截断/丢弃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方案：经验：进入 LLM 前必须对换行做拆分/保护（规划 &amp; 持续验证）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3977640"/>
            <a:ext cx="10271455" cy="71323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8736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问题：GUI 线程假死（长耗时任务阻塞 mainloop）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1188720" y="436168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方案：run_pipeline 放入守护线程；stdout→queue→after 轮询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4800600"/>
            <a:ext cx="1027145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91032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问题：codesign: Finder detritus not allowed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188720" y="518464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方案：xattr -cr 清理扩展属性；深度重签名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5623560"/>
            <a:ext cx="10271455" cy="71323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73328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问题：打包后字典写入失败 / 数据丢失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188720" y="6007608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方案：持久化到用户应用支持目录；启动自动创建并初始化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结论：把“错误日志”当成产品的一部分 —— 规则化、可检索、可复用。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最小可复现：CLI 一键跑通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Demo：从原始 Excel 到双语输出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目标：团队成员都能复现同一套路径与结果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运行方式（run.sh）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2651760"/>
            <a:ext cx="539496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816352"/>
            <a:ext cx="493776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进入项目根目录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./run.sh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默认示例输入/输出（src/main.py）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输入：data/original_excel_doc/xxx.xlsx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输出：data/original_excel_doc/xxx_test_zh_to_en_bilingual.xlsx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模式：zh_to_en_bilingual（原文 + 换行 + 译文）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96012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验收点（团队统一标准）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960120" y="58978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图片/Shapes 未丢失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合并/行列宽/空格对齐保持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术语命中率可观（本地字典可编辑）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执行报告完整输出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Demo 剧本（5 分钟）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65176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使用一份含合并单元格 + 流程图的 SIP 样例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运行 ./run.sh（截屏：执行报告）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打开输出文件：对比原表与双语表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修改本地字典某个词条，再跑一次观察命中率变化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6995160" y="4617720"/>
            <a:ext cx="5074920" cy="192024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8006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提示：本次汇报聚焦架构。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若现场演示时间不足，可只演示“字典命中 → LLM 调用减少”的价值点。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"/>
            <a:ext cx="8899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后续规划：把“能用”变成“可规模化交付”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后续规划与验收路径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project_context/06 + error 复盘 TODO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806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短期（1~2 周）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可选文件 + 可选 Sheet（彻底摆脱硬编码）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换行符高风险点持续修复与回归测试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纠错预处理（源文件错别字/拼写异常）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6012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中期（1 个月）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完整闭环：参数面板 + 指标可视化 + 日志排障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打包稳定化：Info.plist 权限声明、资源内联</a:t>
            </a:r>
            <a:endParaRPr lang="en-US" sz="138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8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更完善的 Translation Memory（更强的术语/短语复用策略）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6012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长期（作品集阶段里程碑）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#01~#06 全部 Demo 跑通后，统一推进 notarization/正式分发。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2057400"/>
            <a:ext cx="5513832" cy="4480560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建议的验收清单（面向团队协作）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651760"/>
            <a:ext cx="5074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格式零损耗：合并/图片/Shapes/排版空格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稳定性：429、超时、复读机、断点恢复（可选）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字典：命中率、去重率、动态参数拦截率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输出：双语模式换行正确、WrapText 生效</a:t>
            </a:r>
            <a:endParaRPr lang="en-US" sz="136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6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可交付：CLI+GUI+打包脚本都能复现</a:t>
            </a:r>
            <a:endParaRPr lang="en-US" sz="13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团队协作建议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让“翻译器”成为可持续的团队资产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61320" cy="3520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971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你可以贡献什么？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383280"/>
            <a:ext cx="9966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2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测试样本库：提交不同结构的 SIP/PMP（含 Shapes、图片、超长段落）</a:t>
            </a:r>
            <a:endParaRPr lang="en-US" sz="15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2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术语库维护：整理高频术语并写入本地字典（避免模型漂移）</a:t>
            </a:r>
            <a:endParaRPr lang="en-US" sz="15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2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质量验收：对齐“零损耗”验收清单，发现异常立即沉淀到 error/ 规则库</a:t>
            </a:r>
            <a:endParaRPr lang="en-US" sz="152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2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交付协作：打包验证、权限说明、使用手册补全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382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6419088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下一步：按 Roadmap 推进可选文件/Sheet + 回归测试 + 稳定打包链路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Excel Intelligent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零损耗智能翻译器</dc:title>
  <dc:subject>项目介绍</dc:subject>
  <dc:creator>铭哥团队</dc:creator>
  <cp:lastModifiedBy>铭哥团队</cp:lastModifiedBy>
  <cp:revision>1</cp:revision>
  <dcterms:created xsi:type="dcterms:W3CDTF">2026-04-11T15:22:23Z</dcterms:created>
  <dcterms:modified xsi:type="dcterms:W3CDTF">2026-04-11T15:22:23Z</dcterms:modified>
</cp:coreProperties>
</file>